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notesMaster" Target="notesMasters/notesMaster1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Stress that reproducibility is about other people re-running your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3: Reproducible workflows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DSCI9001 (fictional example)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reproducibility?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Same data + same code = same result</a:t>
            </a:r>
          </a:p>
          <a:p>
            <a:pPr lvl="0"/>
            <a:r>
              <a:rPr/>
              <a:t>Most failures come from undocumented environments and manual steps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Version control for code and analysis scripts</a:t>
            </a:r>
          </a:p>
          <a:p>
            <a:pPr lvl="0"/>
            <a:r>
              <a:rPr/>
              <a:t>Pinning the software environment (lock files, containers)</a:t>
            </a:r>
          </a:p>
          <a:p>
            <a:pPr lvl="0"/>
            <a:r>
              <a:rPr/>
              <a:t>Literate programming (notebooks, Quarto)</a:t>
            </a:r>
          </a:p>
          <a:p>
            <a:pPr lvl="0"/>
            <a:r>
              <a:rPr/>
              <a:t>Fixing random seeds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 look for in Assignment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Evaluate trade-offs, do not just list practices</a:t>
            </a:r>
          </a:p>
          <a:p>
            <a:pPr lvl="0"/>
            <a:r>
              <a:rPr/>
              <a:t>Every limitation should be specific and supported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Moving averages: forgetting to state how edges are handled</a:t>
            </a:r>
          </a:p>
          <a:p>
            <a:pPr lvl="0"/>
            <a:r>
              <a:rPr/>
              <a:t>Reporting a single number without interpretation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Reproducible workflows</dc:title>
  <dc:creator/>
  <cp:keywords/>
  <dcterms:created xsi:type="dcterms:W3CDTF">2026-10-18T22:49:28Z</dcterms:created>
  <dcterms:modified xsi:type="dcterms:W3CDTF">2026-10-18T22:49:28Z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DSCI9001 (fictional example)</vt:lpwstr>
  </property>
</Properties>
</file>